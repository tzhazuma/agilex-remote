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deck covers work done after deck 2: the controller can now do six different kinds of motion, and we investigated what data/models already exist for this hardware plus a simulator to prototype 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deliverables. The 59 checks are split 36 offline (fake interface, asserting exact CAN frame arguments) and 23 on hardware (plumbing only, zero arm movement).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important framing: the SDK already exposes all of this. The gap was in our server, which hard-coded one mode.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Rows 5 and 6 are orthogonal to rows 1-4: they change where the target comes from, not how the arm tracks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resync-on-mode-change rule is not decoration: MIT makes the arm compliant, so a stale target becomes a spring.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explicit: MOVE C is implemented from docstrings and unit-tested, but has not been run on hardware. It needs a supervised first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lag guard is what makes replaying someone else's trajectory safe-ish: the arm follows slowly instead of snapping.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Teaching must silence the command stream entirely - it is a state bit that gates the whole 50 Hz loop, not a mode enum.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While linked, the controller sends nothing to either arm by design. The UI buttons appearing dead is expected.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invariant maps to a failure that actually happened on this robot.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36 offline + 23 on-hardware = 59. The on-hardware subset deliberately avoids anything that makes an arm compliant.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Screenshot of the real UI served by the robot, taken through the SSH tunnel.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Placeholder summary; the verified research table goes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1874519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AGILEX TRACER  +  2 × PIPER 6-DOF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2240280"/>
            <a:ext cx="10607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让机械臂多几种动法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MIT 阻抗 · 笛卡尔圆弧 · 轨迹流 · 拖动示教 · 主从臂 · 仿真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977639"/>
            <a:ext cx="106070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第三轮实测报告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控制器新增 6 种操作方式 · 59 项自动化检查全部通过 · 开源数据与模型调研 · MuJoCo 仿真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2026-10-29 · 机器人 10.20.101.27 · 本文件可离线阅读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这一轮做完的四件事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从「只有一种动法」到「六种动法 + 可离线练习」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第三轮 · 操作方式 / 开源数据 / 仿真 · 2026-10-29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83080"/>
            <a:ext cx="2670048" cy="23317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874520"/>
            <a:ext cx="41148" cy="214884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11096"/>
            <a:ext cx="2304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6 种操作方式已上线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240280"/>
            <a:ext cx="2304288" cy="1764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MOVE J / MOVE P 位置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MIT 阻抗（可柔顺）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MOVE C 笛卡尔圆弧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轨迹流：加载/播放/暂停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拖动示教：手把手录制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主从臂联动开关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1783080"/>
            <a:ext cx="2670048" cy="23317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337560" y="1874520"/>
            <a:ext cx="41148" cy="2148840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8728" y="1911096"/>
            <a:ext cx="2304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59 项检查全部通过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38728" y="2240280"/>
            <a:ext cx="2304288" cy="1764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36 项离线单元测试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（假接口，验证 CAN 帧参数）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23 项真机管线测试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（零位移，手臂没动）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左臂全程漂移 0.00°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右臂全程漂移 0.00°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08192" y="1783080"/>
            <a:ext cx="2670048" cy="23317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08192" y="1874520"/>
            <a:ext cx="41148" cy="214884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1911096"/>
            <a:ext cx="2304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开源数据与模型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240280"/>
            <a:ext cx="2304288" cy="1764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是否有 Piper 公开数据集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是否有 14 维双臂权重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结论：7 维单臂权重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对左臂没有信息通路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详见第 13 页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878824" y="1783080"/>
            <a:ext cx="2670048" cy="23317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878824" y="1874520"/>
            <a:ext cx="41148" cy="2148840"/>
          </a:xfrm>
          <a:prstGeom prst="rect">
            <a:avLst/>
          </a:prstGeom>
          <a:solidFill>
            <a:srgbClr val="B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79992" y="1911096"/>
            <a:ext cx="2304288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C8CFF"/>
                </a:solidFill>
                <a:latin typeface="PingFang SC"/>
                <a:ea typeface="PingFang SC"/>
                <a:cs typeface="PingFang SC"/>
              </a:rPr>
              <a:t>仿真环境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79992" y="2240280"/>
            <a:ext cx="2304288" cy="17647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MuJoCo 6-DOF 模型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脚本化轨迹 + 离屏渲染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自设任务：抓取/放置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可在 Mac 上跑，不占机器人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详见第 14 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389120"/>
            <a:ext cx="108813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为什么值得做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采集数据最贵的一步是「把手臂摆到想要的姿势」。拖动示教让这一步变成用手搬。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主从臂可以让左臂当输入设备、右臂当执行器，一个人就能录双臂协调数据。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阻抗模式是接触类任务（插拔、拧、按压）的前提；纯位置控制在接触时会顶死。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仿真让我们在不动真机的情况下试任务设计，避免每次试错都消耗硬件时间。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之前只有一种动法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MOVE J + JointCtrl，50 Hz 流式下发 —— 好默认值，但也是唯一选择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第三轮 · 操作方式 / 开源数据 / 仿真 · 2026-10-29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83080"/>
            <a:ext cx="5349240" cy="2057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874520"/>
            <a:ext cx="41148" cy="187452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1109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它擅长的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240280"/>
            <a:ext cx="4983480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可重复：同样的目标角度得到同样的姿态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可记录：episode 里 action 就是目标角度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策略友好：模仿学习输出 14 维关节目标即可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安全：有目标滞后保护（默认 15°）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783080"/>
            <a:ext cx="5349240" cy="20574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9048" y="1874520"/>
            <a:ext cx="41148" cy="187452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191109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85149"/>
                </a:solidFill>
                <a:latin typeface="PingFang SC"/>
                <a:ea typeface="PingFang SC"/>
                <a:cs typeface="PingFang SC"/>
              </a:rPr>
              <a:t>它做不到的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2240280"/>
            <a:ext cx="4983480" cy="1490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柔顺：接触任务会顶死，没有力控余地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圆弧：笛卡尔空间里的曲线只能拆成很多点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示教：只能靠手柄/网页一格一格点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复用：录好的轨迹不能直接回放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双臂：左臂不能当右臂的输入设备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069080"/>
            <a:ext cx="108813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关键判断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这五种「做不到」不是软件懒，是 Piper 本身支持、而我们的控制器没接出来。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SDK 里已经有 MotionCtrl_2 的 move_mode / is_mit_mode、JointMitCtrl、MoveCAxisUpdateCtrl、MotionCtrl_1 的示教位、MasterSlaveConfig —— 全都现成。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所以这一轮的工作是「把硬件已有的能力暴露成 API 和按钮」，不是发明新控制算法。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THE SIX MODES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七种操作方式，一张表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帧语义取自机器人上实际安装的 piper_sdk，不是凭记忆写的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第三轮 · 操作方式 / 开源数据 / 仿真 · 2026-10-29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04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737360"/>
          <a:ext cx="11055096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"/>
                <a:gridCol w="1417320"/>
                <a:gridCol w="4343400"/>
                <a:gridCol w="1783080"/>
                <a:gridCol w="3163824"/>
              </a:tblGrid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方式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SDK 调用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CAN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用途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MOVE J（默认）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MotionCtrl_2(move_mode=0x01) + JointCtrl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0x151 + 0x155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关节空间定位；策略动作空间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MOVE P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MotionCtrl_2(move_mode=0x00) + JointCtrl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0x151 + 0x155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点到点，大范围单次移动更顺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MIT 阻抗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MotionCtrl_2(is_mit_mode=0xAD) + JointMitCtrl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0x151 + 0x15A~0x15F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柔顺；每电机 kp / kd / t_ref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MOVE C 圆弧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MotionCtrl_2(move_mode=0x03) + EndPoseCtrl + MoveCAxisUpdateCtrl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0x151 + 0x156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笛卡尔空间过三点的圆弧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轨迹流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按 dt 从列表喂目标（仍走 JointCtrl）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0x155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回放录好 / 下载的关节轨迹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拖动示教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MotionCtrl_1(grag_teach_ctrl=0x01/0x02/0x03)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0x150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手把手录，再自动回放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主从臂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MasterSlaveConfig(linkage_config=0xFA/0xFC)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0x470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左臂手引导，右臂跟随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66928" y="553212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示教与轨迹流是「目标从哪来」，不是控制律 —— 所以它们和 1~4 是正交的，可以组合。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例：拖动示教录一段 → 存成轨迹 → 用 MOVE J 回放 → 再切 MIT 做接触。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MODE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MIT 阻抗：让手臂「软」下来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is_mit_mode = 0xAD，目标从 JointMitCtrl 走，不再看 JointCtrl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第三轮 · 操作方式 / 开源数据 / 仿真 · 2026-10-29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83080"/>
            <a:ext cx="5349240" cy="24231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874520"/>
            <a:ext cx="41148" cy="224028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1109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8A6FF"/>
                </a:solidFill>
                <a:latin typeface="PingFang SC"/>
                <a:ea typeface="PingFang SC"/>
                <a:cs typeface="PingFang SC"/>
              </a:rPr>
              <a:t>帧怎么发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240280"/>
            <a:ext cx="4983480" cy="1856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MotionCtrl_2(ctrl_mode=0x01, move_mode=0x01, is_mit_mode=0xAD)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→ 之后每个电机单独一帧：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JointMitCtrl(motor_num=1..6, pos_ref, vel_ref, kp, kd, t_ref)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pos_ref 单位 0.001°，vel_ref 为速度前馈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kp 越大越「硬」，kd 越大越「粘」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783080"/>
            <a:ext cx="5349240" cy="24231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9048" y="1874520"/>
            <a:ext cx="41148" cy="224028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191109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什么时候用它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2240280"/>
            <a:ext cx="4983480" cy="18562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插拔 / 拧螺丝 / 按压按钮等接触任务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需要人手掰动时（示教前的准备）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抓取柔性物体，纯位置会顶坏东西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调试碰撞：软下来撞到也不会硬顶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434840"/>
            <a:ext cx="108813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一个必须说清楚的实现细节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切进 MIT 时控制器会先把目标重设为「当前实测角度」，再下发模式帧。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原因：MIT 让手臂变柔顺，重力会立刻把它带走；如果目标还停在旧位置，它就变成一根弹簧，把手臂往一个你没预期的方向拉 —— 这正是之前「手臂自己乱动」的成因之一。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同理，set_enabled 现在会重新下发「当前模式」而不是硬编码 MOVE J，否则重新使能会把手臂悄悄踢回位置模式。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MODE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MOVE C：笛卡尔圆弧过三点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端点用 EndPoseCtrl 下，用 MoveCAxisUpdateCtrl 标注起点/中间点/终点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第三轮 · 操作方式 / 开源数据 / 仿真 · 2026-10-29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83080"/>
            <a:ext cx="5349240" cy="22402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874520"/>
            <a:ext cx="41148" cy="205740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1109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8A6FF"/>
                </a:solidFill>
                <a:latin typeface="PingFang SC"/>
                <a:ea typeface="PingFang SC"/>
                <a:cs typeface="PingFang SC"/>
              </a:rPr>
              <a:t>调用顺序（已按 SDK 文档实现）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240280"/>
            <a:ext cx="4983480" cy="167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1. MoveCAxisUpdateCtrl(0x03)  清掉上一条圆弧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2. MotionCtrl_2(move_mode=0x03)  进 MOVE C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3. EndPoseCtrl(X,Y,Z,RX,RY,RZ) → MoveCAxisUpdateCtrl(0)  起点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4. 同上 → (1)  中间点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5. 同上 → (2)  终点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6. MoveCAxisUpdateCtrl(0x03)  执行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783080"/>
            <a:ext cx="5349240" cy="224028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9048" y="1874520"/>
            <a:ext cx="41148" cy="205740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191109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为什么圆弧值得单独做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2240280"/>
            <a:ext cx="4983480" cy="16733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关节空间插值走出来的直线，在笛卡尔空间是弯的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倒水、绕障碍、贴边移动天然是圆弧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拆成 50 个关节目标点回放，精度取决于点数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MOVE C 由控制器自己插补，只传 3 个点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251960"/>
            <a:ext cx="10881360" cy="19202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85149"/>
                </a:solidFill>
                <a:latin typeface="PingFang SC"/>
                <a:ea typeface="PingFang SC"/>
                <a:cs typeface="PingFang SC"/>
              </a:rPr>
              <a:t>诚实的边界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MOVE C 是这一轮唯一「按文档实现但没在真机上跑过」的方式。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帧序列和参数已经用假接口验证过（3 个 EndPoseCtrl + 以 0x03 结尾），但圆弧的位姿单位、速度上限、和当前安装角的关系，都需要第一次有人在空场地盯着跑一遍。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在那之前，界面上它就是一个下拉选项 —— 选了不会自动动，要点 Go 才会下发。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MODE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轨迹流：加载 · 播放 · 暂停 · 停止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把一段关节轨迹当成目标源，按 dt 逐帧喂给 50 Hz 控制环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第三轮 · 操作方式 / 开源数据 / 仿真 · 2026-10-29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83080"/>
            <a:ext cx="5349240" cy="2286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874520"/>
            <a:ext cx="41148" cy="2103120"/>
          </a:xfrm>
          <a:prstGeom prst="rect">
            <a:avLst/>
          </a:prstGeom>
          <a:solidFill>
            <a:srgbClr val="58A6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1109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58A6FF"/>
                </a:solidFill>
                <a:latin typeface="PingFang SC"/>
                <a:ea typeface="PingFang SC"/>
                <a:cs typeface="PingFang SC"/>
              </a:rPr>
              <a:t>四个动作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240280"/>
            <a:ext cx="4983480" cy="171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load   给一个 6 角度点的列表 + dt（秒/帧）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play   从「当前实测姿态」开始，不跳变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pause  停在当前帧，目标保持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stop   停止并把目标重设为实测角度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speed  0.1× ~ 4.0×，loop 可选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783080"/>
            <a:ext cx="5349240" cy="228600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9048" y="1874520"/>
            <a:ext cx="41148" cy="210312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191109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两个保护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2240280"/>
            <a:ext cx="4983480" cy="17190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每帧都过 MAX_TARGET_LAG_DEG（默认 15°）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  轨迹若来自另一台手臂，不会把这条拽飞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播放前把目标对齐实测，第一帧不会跳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播完自动停，不会悬在最后一帧硬顶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297680"/>
            <a:ext cx="1088136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它解决的具体问题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上一轮录了 41 个 episode，但 action 是目标角度、observation 是实测角度，两者在录制时就已经分离。想把某一段单独拿出来重放、或者换台机器复现，以前只能重新写脚本。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现在可以直接 load → play，而且因为过了滞后保护，即使这台手臂的零点和录制时不同，也只会「慢一点跟」，不会突然甩过去。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MODE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拖动示教：用手搬，而不是点按钮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MotionCtrl_1(grag_teach_ctrl=0x01 开始录 / 0x02 结束 / 0x03 回放)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第三轮 · 操作方式 / 开源数据 / 仿真 · 2026-10-29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08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783080"/>
          <a:ext cx="11055096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828800"/>
                <a:gridCol w="4206240"/>
                <a:gridCol w="3648456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grag_teach_ctrl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控制环在做什么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人能做什么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录制中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0x01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完全静默，不发任何命令帧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用手把手臂摆成想要的轨迹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录制结束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0x02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恢复 MOVE J，目标对齐实测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3FB95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可以检查、可以再录一遍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回放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0x03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由手臂自己按录到的轨迹走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手离开，观察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66928" y="3703320"/>
            <a:ext cx="10881360" cy="2377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为什么「静默」是硬性要求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Piper 只有在没有位置目标流进来的时候才真正可被手引导。如果控制环继续 50 Hz 发 JointCtrl，人的手就是在和一个位置伺服器掰手腕 —— 表现出来就是「沉、抖、回弹」。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所以 teaching 不是一个模式枚举，而是一个会让控制环整体闭嘴的状态位。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采集建议：先录一段 5~10 秒的慢动作，回放确认能复现，再开始成批录。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MODE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主从臂：左臂当输入设备，右臂当执行器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MasterSlaveConfig：0xFA = 示教输入臂（leader），0xFC = 运动输出臂（follower）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第三轮 · 操作方式 / 开源数据 / 仿真 · 2026-10-29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83080"/>
            <a:ext cx="5349240" cy="21031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874520"/>
            <a:ext cx="41148" cy="1920240"/>
          </a:xfrm>
          <a:prstGeom prst="rect">
            <a:avLst/>
          </a:prstGeom>
          <a:solidFill>
            <a:srgbClr val="BC8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1109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BC8CFF"/>
                </a:solidFill>
                <a:latin typeface="PingFang SC"/>
                <a:ea typeface="PingFang SC"/>
                <a:cs typeface="PingFang SC"/>
              </a:rPr>
              <a:t>链路怎么配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240280"/>
            <a:ext cx="4983480" cy="153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MasterSlaveConfig(linkage_config=0xFA, …)  左臂 = leader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MasterSlaveConfig(linkage_config=0xFC, …)  右臂 = follower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offset 全 0：两条 CAN 总线各自独立，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不需要靠 0x10/0x20 错开基址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关闭时 linkage_config = 0x00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783080"/>
            <a:ext cx="5349240" cy="210312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9048" y="1874520"/>
            <a:ext cx="41148" cy="1920240"/>
          </a:xfrm>
          <a:prstGeom prst="rect">
            <a:avLst/>
          </a:prstGeom>
          <a:solidFill>
            <a:srgbClr val="3FB9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191109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它能换来什么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2240280"/>
            <a:ext cx="4983480" cy="15361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一个人就能录双臂协调数据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左手引导、右手同步执行，天然对齐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比「先左后右」两段录制的时序更真实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关掉后两臂立刻回到独立控制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114800"/>
            <a:ext cx="108813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85149"/>
                </a:solidFill>
                <a:latin typeface="PingFang SC"/>
                <a:ea typeface="PingFang SC"/>
                <a:cs typeface="PingFang SC"/>
              </a:rPr>
              <a:t>安全边界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联动期间控制器对两臂都不发命令 —— leader 由人手驱动，follower 由链路驱动，我们再插一脚只会打架。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这也意味着：开启联动后，网页上的关节按钮会「没反应」。那不是坏了，是设计如此。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第一次开联动必须两臂都上电、场地清空、有人手放在急停上。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SAFETY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四条不变量，每条都对应一次真实故障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这些不是理论上的防御，是这台机器上已经发生过的事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第三轮 · 操作方式 / 开源数据 / 仿真 · 2026-10-29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10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783080"/>
          <a:ext cx="11055096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4846320"/>
                <a:gridCol w="3008376"/>
              </a:tblGrid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不变量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对应过的真实故障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实现位置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状态一变就重设目标 = 实测角度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禁用后手臂变软、重力带走 20°，再使能时被旧目标猛拽回去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set_mode / set_enabled / stop_trajectory / teach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滞后保护对轨迹同样生效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目标爬到 118° 而手臂停在 11°，电机一恢复就会甩过去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_advance_trajectory 逐关节 clamp 15°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示教 / 联动时命令流必须静默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一边发位置一边手掰，表现为沉、抖、回弹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50 Hz 环里 teaching / master_slave 分支直接 pass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使能时重发「当前模式」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从 MIT 重新使能会被硬编码的 MOVE J 悄悄踢回位置模式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set_enabled → _apply_mode()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66928" y="4663440"/>
            <a:ext cx="108813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另外两条一直有效的老规则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单次 nudge 最大 2°；绝对目标不受 2° 限制，但仍受关节限位约束。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急停会同时静音两臂并清零底盘速度，不是只停一个。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59 项检查，全部通过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离线测「帧对不对」，真机测「管线通不通、手臂有没有动」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第三轮 · 操作方式 / 开源数据 / 仿真 · 2026-10-29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11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66928" y="1783080"/>
          <a:ext cx="11055096" cy="3364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868680"/>
                <a:gridCol w="5120640"/>
                <a:gridCol w="2414016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测试组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数量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怎么测的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>
                          <a:solidFill>
                            <a:srgbClr val="8B949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结果</a:t>
                      </a:r>
                    </a:p>
                  </a:txBody>
                  <a:tcPr marL="91440" marR="54864" marT="18288" marB="18288" anchor="ctr">
                    <a:solidFill>
                      <a:srgbClr val="1C222B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离线 · 模式帧参数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36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注入假 piper_sdk，断言每个 CAN 帧的参数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36/36 通过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其中 MIT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断言 is_mit_mode=0xAD、kp/kd 扩展成 6 路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其中 MOVE C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断言 3 个 EndPoseCtrl、以 0x03 结尾、非 3 点拒绝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其中 轨迹流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加载/播放/推进/停止 + 15° 滞后 clamp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  其中 示教 / 主从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0x01/0x02/0x03 与 0xFA/0xFC/0x00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真机 · 管线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23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只走「不可能让手臂动」的路径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23/23 通过</a:t>
                      </a:r>
                    </a:p>
                  </a:txBody>
                  <a:tcPr marL="91440" marR="54864" marT="18288" marB="18288" anchor="ctr">
                    <a:solidFill>
                      <a:srgbClr val="0E1116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真机 · 零位移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左臂全程漂移 0.00°，右臂 0.00°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>
                          <a:solidFill>
                            <a:srgbClr val="E6EDF3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通过</a:t>
                      </a:r>
                    </a:p>
                  </a:txBody>
                  <a:tcPr marL="91440" marR="54864" marT="18288" marB="18288" anchor="ctr"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66928" y="5120640"/>
            <a:ext cx="1088136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真机测试刻意只做了安全的子集：MOVE P 往返（同一目标）、三点都等于实测角度的轨迹、主从关闭。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MIT / 示教 / 联动 / MOVE C 都会让手臂变柔顺或交给链路，必须有人盯着做第一次。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新控件长什么样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每条手臂一张卡：模式下拉、示教 ●、示教 ▶、回放、停止；顶部是主从开关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第三轮 · 操作方式 / 开源数据 / 仿真 · 2026-10-29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12</a:t>
            </a:r>
          </a:p>
        </p:txBody>
      </p:sp>
      <p:pic>
        <p:nvPicPr>
          <p:cNvPr id="10" name="Picture 9" descr="agilex-ui-mo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1737360"/>
            <a:ext cx="7818120" cy="4868914"/>
          </a:xfrm>
          <a:prstGeom prst="rect">
            <a:avLst/>
          </a:prstGeom>
          <a:ln w="12700">
            <a:solidFill>
              <a:srgbClr val="2A313C"/>
            </a:solidFill>
          </a:ln>
        </p:spPr>
      </p:pic>
      <p:sp>
        <p:nvSpPr>
          <p:cNvPr id="11" name="TextBox 10"/>
          <p:cNvSpPr txBox="1"/>
          <p:nvPr/>
        </p:nvSpPr>
        <p:spPr>
          <a:xfrm>
            <a:off x="566928" y="6651994"/>
            <a:ext cx="78181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真机网页实拍（127.0.0.1:8765 经 SSH 隧道）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13648" y="1737360"/>
            <a:ext cx="3008376" cy="402336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613648" y="1828800"/>
            <a:ext cx="41148" cy="3840480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14816" y="1865376"/>
            <a:ext cx="264261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读法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14816" y="2194560"/>
            <a:ext cx="2642616" cy="34564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模式下拉：MOVE J / P / MIT / MOVE C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Teach ●：开始/结束录制（录制中按钮变红）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Teach ▶：回放刚才手录的轨迹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Replay traj：回放 load 进来的轨迹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Stop：停止并重设目标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trajectory 一行显示 名字·点数·进度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顶部 Master/slave：开启后两臂都不接受网页命令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66928" y="457200"/>
            <a:ext cx="566928" cy="41148"/>
          </a:xfrm>
          <a:prstGeom prst="rect">
            <a:avLst/>
          </a:prstGeom>
          <a:solidFill>
            <a:srgbClr val="3EC5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566928"/>
            <a:ext cx="10058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OPEN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22960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有没有现成的数据 / 模型可以白拿？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389888"/>
            <a:ext cx="10607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结论先说：数据没有现成的，权重有但不能直接用在双臂上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6345936"/>
            <a:ext cx="11057839" cy="9525"/>
          </a:xfrm>
          <a:prstGeom prst="rect">
            <a:avLst/>
          </a:prstGeom>
          <a:solidFill>
            <a:srgbClr val="2A31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6428232"/>
            <a:ext cx="82296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B949E"/>
                </a:solidFill>
                <a:latin typeface="PingFang SC"/>
                <a:ea typeface="PingFang SC"/>
                <a:cs typeface="PingFang SC"/>
              </a:rPr>
              <a:t>第三轮 · 操作方式 / 开源数据 / 仿真 · 2026-10-29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10367" y="6428232"/>
            <a:ext cx="914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EC5C9"/>
                </a:solidFill>
                <a:latin typeface="Helvetica Neue"/>
                <a:ea typeface="PingFang SC"/>
                <a:cs typeface="PingFang SC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83080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1874520"/>
            <a:ext cx="41148" cy="1965960"/>
          </a:xfrm>
          <a:prstGeom prst="rect">
            <a:avLst/>
          </a:prstGeom>
          <a:solidFill>
            <a:srgbClr val="D2992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8096" y="191109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D29922"/>
                </a:solidFill>
                <a:latin typeface="PingFang SC"/>
                <a:ea typeface="PingFang SC"/>
                <a:cs typeface="PingFang SC"/>
              </a:rPr>
              <a:t>数据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240280"/>
            <a:ext cx="4983480" cy="1581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没有找到 Piper 双臂的公开 LeRobot 数据集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Open X-Embodiment 里没有 Piper 条目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已有的双臂数据集基本都是 ALOHA / RoboTwin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我们自己的 41 episodes 仍是唯一可用数据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99048" y="1783080"/>
            <a:ext cx="5349240" cy="2148840"/>
          </a:xfrm>
          <a:prstGeom prst="roundRect">
            <a:avLst>
              <a:gd name="adj" fmla="val 6000"/>
            </a:avLst>
          </a:prstGeom>
          <a:solidFill>
            <a:srgbClr val="161B22"/>
          </a:solidFill>
          <a:ln w="12700">
            <a:solidFill>
              <a:srgbClr val="2A31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99048" y="1874520"/>
            <a:ext cx="41148" cy="1965960"/>
          </a:xfrm>
          <a:prstGeom prst="rect">
            <a:avLst/>
          </a:prstGeom>
          <a:solidFill>
            <a:srgbClr val="F8514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0216" y="1911096"/>
            <a:ext cx="4983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85149"/>
                </a:solidFill>
                <a:latin typeface="PingFang SC"/>
                <a:ea typeface="PingFang SC"/>
                <a:cs typeface="PingFang SC"/>
              </a:rPr>
              <a:t>模型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0216" y="2240280"/>
            <a:ext cx="4983480" cy="1581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lerobot/pi0* 全是 7 维单臂，没有第 8~14 维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7 维权重对左臂没有任何信息通路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包一层「补零」不能凭空造出双臂协调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· 可行的路：单臂先跑通，双臂自己训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4160520"/>
            <a:ext cx="108813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3EC5C9"/>
                </a:solidFill>
                <a:latin typeface="PingFang SC"/>
                <a:ea typeface="PingFang SC"/>
                <a:cs typeface="PingFang SC"/>
              </a:rPr>
              <a:t>这意味着什么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E6EDF3"/>
                </a:solidFill>
                <a:latin typeface="PingFang SC"/>
                <a:ea typeface="PingFang SC"/>
                <a:cs typeface="PingFang SC"/>
              </a:rPr>
              <a:t>没有「下载一个权重就能让这台机器人干活」的捷径。能下载的是通用视觉-语言底座，它不懂 Piper 的 14 维动作空间。</a:t>
            </a: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>
                <a:solidFill>
                  <a:srgbClr val="3FB950"/>
                </a:solidFill>
                <a:latin typeface="PingFang SC"/>
                <a:ea typeface="PingFang SC"/>
                <a:cs typeface="PingFang SC"/>
              </a:rPr>
              <a:t>所以这一轮把力气放在「怎么更便宜地产数据」上 —— 拖动示教和主从臂，而不是继续找不存在的预训练权重。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