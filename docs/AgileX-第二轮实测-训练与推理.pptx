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四个 checkpoint 在同一批数据上的 loss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ln w="28575">
              <a:solidFill>
                <a:srgbClr val="3EC5C9"/>
              </a:solidFill>
            </a:ln>
          </c:spPr>
          <c:cat>
            <c:strRef>
              <c:f>Sheet1!$A$2:$A$5</c:f>
              <c:strCache>
                <c:ptCount val="4"/>
                <c:pt idx="0">
                  <c:v>5k</c:v>
                </c:pt>
                <c:pt idx="1">
                  <c:v>10k</c:v>
                </c:pt>
                <c:pt idx="2">
                  <c:v>15k</c:v>
                </c:pt>
                <c:pt idx="3">
                  <c:v>20k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0.08926</c:v>
                </c:pt>
                <c:pt idx="1">
                  <c:v>0.04316</c:v>
                </c:pt>
                <c:pt idx="2">
                  <c:v>0.03401</c:v>
                </c:pt>
                <c:pt idx="3">
                  <c:v>0.02498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sz="900" b="1">
                  <a:solidFill>
                    <a:srgbClr val="3EC5C9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B949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2A313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B949E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这份是增量报告，不是替代原指南。原指南讲'是什么、怎么用'，这份讲'这一轮测出了什么'。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五件事里第一件是意外。后面的三件预训练路线调研，结论都是'不能直接用'，这本身是有价值的结论。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这是这一轮最有价值的发现。如果没有修，电机散热恢复的那一刻手臂会以 107 度幅度甩出去，而当时旁边是有人在做其他事的。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过热是真实发生的，两个关节同时报。这解释了为什么第 22 回合之后的数据全部失效。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5090 上 38 分钟跑完 2 万步。但注意这张图是重新评估出来的，不是日志里的原始曲线。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这一页是自我批评。如果只报 loss 0.020 说训练成功，那是误导。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这三帧是同一段录制的开头、中间、结尾。手臂动了，但幅度小、背景不变，这是模型学不到泛化能力的原因。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这是真实录制的示教。点击可以播放。两个相机是同步采集的。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四条路线查下来，只有 SmolVLA 真的能用。其余三条的失败原因都不是显存。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这一页是正面结果。openpi 是能用的，只是要写适配层。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这是唯一维度对得上的预训练策略。但旧 checkpoint 的归一化不兼容，所以走微调路线。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两个脚本都验证过。限速那条是真正重要的设计决策。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/frame 是这轮为了推理循环加的。核心约束是 V4L2 独占，不能多开消费者。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诚实收尾：做成了什么、没做成什么，分开列。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4.jpg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1572768"/>
            <a:ext cx="960120" cy="50292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47088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第二轮实测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300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从训练到推理，把话说清楚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13632"/>
            <a:ext cx="8595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这一份只讲新增的内容：录制时发现的电机过热问题、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在 4× RTX 5090 上的 ACT 训练、以及对 π0 / OpenVLA / SmolVLA 三条预训练路线的核实。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138928"/>
            <a:ext cx="2971800" cy="402336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3EC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212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23 页原指南之外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3048" y="5138928"/>
            <a:ext cx="2971800" cy="402336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9352" y="5212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含实拍视频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59168" y="5138928"/>
            <a:ext cx="2971800" cy="402336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5472" y="5212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含相机抽帧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27278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2026-10-22　·　所有数字来自本机实测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这一轮做了五件事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其中第一件是意外发现的，也是最重要的一件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第二轮实测 · 训练与推理 · 2026-10-22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47088"/>
            <a:ext cx="2084831" cy="248716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956816"/>
            <a:ext cx="18287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85149"/>
                </a:solidFill>
                <a:latin typeface="Helvetica Neue"/>
                <a:ea typeface="PingFang SC"/>
                <a:cs typeface="PingFang SC"/>
              </a:rPr>
              <a:t>①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发现并修复目标跑飞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51760"/>
            <a:ext cx="182879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录制中电机过热停转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控制器仍累加目标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目标冲到 118° vs 实测 11°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199" y="1847088"/>
            <a:ext cx="2084831" cy="248716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1215" y="1956816"/>
            <a:ext cx="18287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29922"/>
                </a:solidFill>
                <a:latin typeface="Helvetica Neue"/>
                <a:ea typeface="PingFang SC"/>
                <a:cs typeface="PingFang SC"/>
              </a:rPr>
              <a:t>②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在 5090 上训练 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1215" y="2651760"/>
            <a:ext cx="182879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20,000 步 / 38 分钟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loss 0.024 → 0.020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51.6M 参数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19470" y="1847088"/>
            <a:ext cx="2084831" cy="248716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6" y="1956816"/>
            <a:ext cx="18287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C8CFF"/>
                </a:solidFill>
                <a:latin typeface="Helvetica Neue"/>
                <a:ea typeface="PingFang SC"/>
                <a:cs typeface="PingFang SC"/>
              </a:rPr>
              <a:t>③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BC8CFF"/>
                </a:solidFill>
                <a:latin typeface="PingFang SC"/>
                <a:ea typeface="PingFang SC"/>
                <a:cs typeface="PingFang SC"/>
              </a:rPr>
              <a:t>核实数据质量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6" y="2651760"/>
            <a:ext cx="182879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后 20 个回合状态冻结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目标偏移涨到 104°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低 loss 不代表可用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95741" y="1847088"/>
            <a:ext cx="2084831" cy="248716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57" y="1956816"/>
            <a:ext cx="18287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8A6FF"/>
                </a:solidFill>
                <a:latin typeface="Helvetica Neue"/>
                <a:ea typeface="PingFang SC"/>
                <a:cs typeface="PingFang SC"/>
              </a:rPr>
              <a:t>④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三条预训练路线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7" y="2651760"/>
            <a:ext cx="182879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π0 / OpenVLA 走不通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openpi 能装能加载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SmolVLA 维度对上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72012" y="1847088"/>
            <a:ext cx="2084831" cy="248716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28" y="1956816"/>
            <a:ext cx="18287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⑤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补齐脚本与接口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28" y="2651760"/>
            <a:ext cx="182879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train / run 脚本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/frame 单帧接口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真机验证通过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590288"/>
            <a:ext cx="10488168" cy="138988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3EC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700016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一句话总结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管线是通的，训练是能跑的，但这一轮也证明了另一件事：数据质量比模型选择重要得多。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低 loss 不等于可用的策略 —— 判断标准必须是「动作是否真的跟着状态在变」。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安全修复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目标值跑飞了 107°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这不是演练，是录数据时真的发生了，而且差点变成事故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第二轮实测 · 训练与推理 · 2026-10-22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10512"/>
            <a:ext cx="5074920" cy="129844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2024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当时的状态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left  target L_j0 = 118.16°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left  实测  L_j0 =  11.45°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差距 107° —— 电机一恢复就会猛甩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810512"/>
            <a:ext cx="5093208" cy="129844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1888" y="192024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根本原因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left J5 / right J1 报 motor_overheating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+ driver_error_status → 电机停止跟随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但 nudge() 只做了关节限位，没管实际是否跟得上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10128"/>
            <a:ext cx="5074920" cy="239572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401568"/>
            <a:ext cx="41148" cy="22128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438144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修法：两道保险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767328"/>
            <a:ext cx="4709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① 关节有故障 → 完全不累加目标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　　直接把目标钉在实测值上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② 目标与实测差距硬限 15°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　　（AGILEX_MAX_TARGET_LAG）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　　跟不上就把目标拉回来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3310128"/>
            <a:ext cx="5093208" cy="239572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0720" y="3401568"/>
            <a:ext cx="41148" cy="22128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61888" y="3438144"/>
            <a:ext cx="4727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部署后的验证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3767328"/>
            <a:ext cx="472744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left   target [11.4, 0.1, -1.0, ...]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       实测  [11.4, 0.1, -1.0, ...]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       lag   0.0  0.0  0.0  0.0  0.0  0.0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right  同样 lag 全 0.0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跑飞的目标已复位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870448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关键认识：机械臂「停止跟随」这件事必须在软件层被感知到，否则目标会无限累积。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硬件实测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电机会热到停转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Piper 电机保位时持续通电，堵转电流一直在发热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第二轮实测 · 训练与推理 · 2026-10-22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810512"/>
          <a:ext cx="5532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48840"/>
                <a:gridCol w="1143000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关节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故障码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含义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后果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left J5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motor_overheating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电机过热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停止跟随指令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left J5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driver_error_status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驱动异常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同上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right J1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motor_overheating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电机过热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停止跟随指令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right J1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driver_error_status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驱动异常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同上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263640" y="1810512"/>
            <a:ext cx="4590288" cy="2084831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901952"/>
            <a:ext cx="41148" cy="1901951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38528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什么情况下会触发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267712"/>
            <a:ext cx="4224528" cy="1517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连续录制 30 个回合、中途不复位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机械臂长时间保持同一姿势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使能着停放（电流持续）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041648"/>
            <a:ext cx="4590288" cy="2084831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4133088"/>
            <a:ext cx="41148" cy="1901951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4169664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处理方式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4498848"/>
            <a:ext cx="4224528" cy="1517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断电静置散热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每 15–20 回合停一次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不用时 disable，不要使能停放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看到 fault 立即停下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41648"/>
            <a:ext cx="5532120" cy="2084831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151376"/>
            <a:ext cx="512064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为什么这件事值得单独讲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过热本身是硬件保护，不算故障。危险的是它的副作用：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机械臂安静地停止跟随，界面上看不出异常，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而软件还在按计划推进 —— 数据在照常录，目标在照常涨。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等发现时，20 个回合的数据已经全是废的。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训练实况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ACT 在 4× RTX 5090 上跑完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20,000 步 / 38 分 20 秒 / 最终 loss 0.020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第二轮实测 · 训练与推理 · 2026-10-22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810512"/>
          <a:ext cx="489204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338328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数值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硬件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4× RTX 5090 32GB · 112 核 · 503 GB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步数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20,000 / 20,000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耗时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38 分 20 秒（9.7 步/秒）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样本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640K（109 个 epoch）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参数量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51,613,582（51.6 M）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chunk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 步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最终 loss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0.020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806440" y="1773936"/>
          <a:ext cx="5047488" cy="24871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66928" y="4626864"/>
            <a:ext cx="10488168" cy="1335024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718304"/>
            <a:ext cx="10058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loss 是单调下降的，约 3.6 倍 —— 但下一页面说明它为什么还不够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训练日志被截断了（只剩 33 行），所以这张图是把四个 checkpoint 重新在同一批固定数据上评估出来的，口径一致。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顺带修了一个坑：push_to_hub 默认 true，离线环境下会在存完最后一个 checkpoint 之后抛异常，看着像训练失败，其实没丢东西。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关键发现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低 loss ≠ 可用的策略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这是这一轮最需要被记住的一页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第二轮实测 · 训练与推理 · 2026-10-22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92224"/>
            <a:ext cx="10488168" cy="1078992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883664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loss 从第 1 步就只有 0.024，练完是 0.020 —— 几乎没动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不是训练出了问题，是数据太整齐：30 个回合是脚本跑的几乎相同的轨迹，模型几乎立刻就拟合了，学到的只是「输出一个近乎恒定的向量」。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3035808"/>
          <a:ext cx="1010411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240280"/>
                <a:gridCol w="3977639"/>
                <a:gridCol w="141732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检查项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正常应该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实际测到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state 是否在变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每帧都在变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 20 回合每 170 帧只有 1 个值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D299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冻结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action 与 state 距离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稳定在几度内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逐回合涨到 104°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漂移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相邻帧动作是否不同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基本都不同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76–90% 完全相同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重复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右臂是否动过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应该有动作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 个关节全程 0.000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没动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6928" y="5138928"/>
            <a:ext cx="10488168" cy="969264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5230368"/>
            <a:ext cx="100584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所以判断一个策略能不能用，不能只看 loss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必须看：动作是否真的跟着状态在变、是否对图像敏感、以及有没有 held-out 验证集。这一轮三者都缺，所以结论只能是「管线通了」，不能是「模型能用了」。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实拍素材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策略看到的画面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全部从录制的 mp4 里抽出来，不是截图，也不是示意图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第二轮实测 · 训练与推理 · 2026-10-22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07</a:t>
            </a:r>
          </a:p>
        </p:txBody>
      </p:sp>
      <p:pic>
        <p:nvPicPr>
          <p:cNvPr id="10" name="Picture 9" descr="ep10_cam0_st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47088"/>
            <a:ext cx="3310128" cy="2482596"/>
          </a:xfrm>
          <a:prstGeom prst="rect">
            <a:avLst/>
          </a:prstGeom>
          <a:ln w="12700">
            <a:solidFill>
              <a:srgbClr val="2A313C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" y="4375404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左臂相机 · 起始帧</a:t>
            </a:r>
          </a:p>
        </p:txBody>
      </p:sp>
      <p:pic>
        <p:nvPicPr>
          <p:cNvPr id="12" name="Picture 11" descr="ep10_cam0_mi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1847088"/>
            <a:ext cx="3310128" cy="2482596"/>
          </a:xfrm>
          <a:prstGeom prst="rect">
            <a:avLst/>
          </a:prstGeom>
          <a:ln w="12700">
            <a:solidFill>
              <a:srgbClr val="2A313C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096512" y="4375404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左臂相机 · 中间帧</a:t>
            </a:r>
          </a:p>
        </p:txBody>
      </p:sp>
      <p:pic>
        <p:nvPicPr>
          <p:cNvPr id="14" name="Picture 13" descr="ep10_cam0_en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096" y="1847088"/>
            <a:ext cx="3310128" cy="2482596"/>
          </a:xfrm>
          <a:prstGeom prst="rect">
            <a:avLst/>
          </a:prstGeom>
          <a:ln w="12700">
            <a:solidFill>
              <a:srgbClr val="2A313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7626096" y="4375404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左臂相机 · 结束帧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18304"/>
            <a:ext cx="10488168" cy="1335024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809744"/>
            <a:ext cx="10058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从这三帧能看出什么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画面上方的黑色物体是夹爪本体，三帧之间位置确实在变 —— 说明机械臂真的动了，数据不是静止的。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但变化幅度很小，而且背景完全没变。这正是「动作多样性不足」的视觉证据：物体没有被挪动过，场景也没有变化。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实拍视频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原始示教录像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两个相机各一段，直接嵌进 PPT，换台电脑也能播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第二轮实测 · 训练与推理 · 2026-10-22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08</a:t>
            </a:r>
          </a:p>
        </p:txBody>
      </p:sp>
      <p:pic>
        <p:nvPicPr>
          <p:cNvPr id="10" name="cam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6928" y="1810512"/>
            <a:ext cx="5138928" cy="3246120"/>
          </a:xfrm>
          <a:prstGeom prst="rect">
            <a:avLst/>
          </a:prstGeom>
          <a:ln w="12700">
            <a:solidFill>
              <a:srgbClr val="2A313C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" y="5102352"/>
            <a:ext cx="5138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cam0 · 左臂相机 · 100 帧 · 640×480 · 10 fps</a:t>
            </a:r>
          </a:p>
        </p:txBody>
      </p:sp>
      <p:pic>
        <p:nvPicPr>
          <p:cNvPr id="12" name="cam2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897880" y="1810512"/>
            <a:ext cx="5138928" cy="3246120"/>
          </a:xfrm>
          <a:prstGeom prst="rect">
            <a:avLst/>
          </a:prstGeom>
          <a:ln w="12700">
            <a:solidFill>
              <a:srgbClr val="2A313C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897880" y="5102352"/>
            <a:ext cx="5138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cam2 · 右臂相机 · 100 帧 · 640×480 · 10 fps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266944"/>
            <a:ext cx="10488168" cy="84124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3EC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5358384"/>
            <a:ext cx="100584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视频是从机器人上录的原始文件，没有加速也没有剪辑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两个相机是 V4L2 独占设备，所以录制时用的是同一套 FrameHub 拉流 —— 这也是为什么录制和预览能同时进行。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模型调研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三条预训练路线，都走不通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「显存不够」其实是最小的那个问题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第二轮实测 · 训练与推理 · 2026-10-22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810512"/>
          <a:ext cx="1048816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5806440"/>
                <a:gridCol w="2167128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路线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卡在哪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结论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π0（LeRobot）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需要魔改 transformers fork；PaliGemma tokenizer 被 gated；16 个官方 checkpoint 全是单臂 7 维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8514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走不通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π0-FAST（Piper 权重）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Orbax/JAX 格式；缺 piper policy config、tokenizer 资源、动作空间映射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D299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 能加载不能跑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OpenVLA-7B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 GB 权重 32 GB 显存放得下，但是单臂 7 维 EEF 动作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D299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 维度不匹配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SmolVLA 450M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state[14] → action[14]，维度完全对上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可用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4370832"/>
            <a:ext cx="10488168" cy="157276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448056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最关键的一条：预训练模型里，左臂没有信息通路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max_action_dim = 32 让形状能塞进去，但第 7–31 维从未被监督过，左臂的状态也从未作为输入。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拿到的只能是零或垃圾，不是双臂协调。这一层包装救不了 —— 包装能换单位，不能凭空造出信息通路。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意外收获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openpi 装上去了，权重也能加载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原本预判会失败，实际比预期好：JAX 在 Blackwell 上原生跑通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第二轮实测 · 训练与推理 · 2026-10-22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10512"/>
            <a:ext cx="5074920" cy="221284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901952"/>
            <a:ext cx="41148" cy="202996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38528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JAX 在 sm_120 上跑通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67712"/>
            <a:ext cx="47091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jax / jaxlib 0.5.3 + jax-cuda12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实际解析到 CUDA 12.9 的 wheel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PTX dump 里是 .target sm_120a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1024² 矩阵乘精确得到 1073741824.0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810512"/>
            <a:ext cx="5093208" cy="221284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901952"/>
            <a:ext cx="41148" cy="202996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61888" y="1938528"/>
            <a:ext cx="4727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Piper 权重恢复成功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267712"/>
            <a:ext cx="472744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Orbax restore：42 个 leaf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2,951,204,592 参数（2.95 B）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LoRA adapter 在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cfg.load(params) 通过严格形状检查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在 5090 上 bf16 真跑了一次前向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187952"/>
            <a:ext cx="10488168" cy="175564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29768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但离「能推理」还差三样东西</a:t>
            </a: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① openpi 里没有 piper 的 data/policy config（grep piper config.py = 0）—— 输入键名、prompt、asset_id 都得自己写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② checkpoint 不带 tokenizer 资源（pi0_fast 需要 paligemma tokenizer）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③ 动作空间映射要自己写：它是 7 维右臂弧度 + 夹爪 0–1，我们是 14 维双臂角度 + 夹爪 0–70°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唯一可用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SmolVLA：维度真的对得上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450M 参数 / 0.91 GB 文件 / 只占 0.93 GB 显存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第二轮实测 · 训练与推理 · 2026-10-22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810512"/>
          <a:ext cx="57607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697480"/>
                <a:gridCol w="13716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SmolVLA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我们的机器人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state 维度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  ✓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action 维度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  ✓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参数量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450 M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显存占用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0.93 GB（bf16）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任何一张卡都够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视觉主干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SmolVLM2-500M（裁到 16 层）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chunk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 步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92240" y="1810512"/>
            <a:ext cx="4361688" cy="1883664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901952"/>
            <a:ext cx="41148" cy="1700784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1938528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但有一个坑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2267712"/>
            <a:ext cx="3995928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归一化统计量装不进去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checkpoint 是旧版 LeRobot（0.3.x）训的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归一化在后来的版本里被挪到了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独立的 preprocessor 管线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840480"/>
            <a:ext cx="4361688" cy="2011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3931920"/>
            <a:ext cx="41148" cy="18288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3968496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所以怎么用它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4297680"/>
            <a:ext cx="3995928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不加载那个旧 checkpoint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而是从 SmolVLM2-500M 主干微调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真正的价值在视觉语言主干上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不在 bottle task 的微调权重上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18304"/>
            <a:ext cx="5760720" cy="1133856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3EC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809744"/>
            <a:ext cx="5394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实测加载结果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LOADED: 450046176 params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on: cuda:0 torch.bfloat16 · vram 0.93 GB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踩了三个依赖坑：transformers / peft / num2words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工具链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两个脚本，一条闭环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都已经在真机上跑通过，不是待验证的草稿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第二轮实测 · 训练与推理 · 2026-10-22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10512"/>
            <a:ext cx="5074920" cy="2249424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901952"/>
            <a:ext cx="41148" cy="2066544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38528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train-smolvla.sh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67712"/>
            <a:ext cx="4709160" cy="168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校验数据集版本（必须 v3.0）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校验 14 维特征形状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少于 40 回合会警告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push_to_hub 强制关闭（离线环境）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不预创建输出目录（LeRobot 会拒绝）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810512"/>
            <a:ext cx="5093208" cy="2249424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901952"/>
            <a:ext cx="41148" cy="2066544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61888" y="1938528"/>
            <a:ext cx="4727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run-smolvla.py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267712"/>
            <a:ext cx="4727448" cy="168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跑在机器人上（DDS 不出机器）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底盘限速默认 0.10 m/s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单次关节步长上限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每轮重读 status，故障即中止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目标-实测滞后检查 + 退出急停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24528"/>
            <a:ext cx="10488168" cy="1719072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3EC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315968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冒烟测试的实测结果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训练：200 步跑完，loss 0.861 → 0.383 → 0.242，100M 可训练参数 / 450M 总参数，checkpoint 正常落盘。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推理：/frame 接口冷启 0.73 s，热态 0.086–0.130 s；两个相机合计 0.079–0.201 s，所以循环率定在 4 Hz 留余量。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为什么限速 0.10 m/s：底盘额定 2.3 m/s，但 300 ms 看门狗在全速下要滑行 0.69 米 —— 那不是反应距离，是碰撞距离。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接口优化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抓一帧要 1.7 秒，改成 0.09 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写推理脚本时才发现的问题：/video 是给 &lt;img&gt; 用的流，不是单帧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第二轮实测 · 训练与推理 · 2026-10-22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810512"/>
          <a:ext cx="7498079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1874519"/>
                <a:gridCol w="283464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方式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耗时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问题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 /video 流里截一帧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 1.7 s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每次请求都重启 ffmpeg 消费者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控制循环需要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 s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 Hz 所需，差 8 倍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新增 /frame 冷启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0.73 s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首次需要等 pump 起来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新增 /frame 热态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0.086–0.130 s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够用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两个相机合计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0.079–0.201 s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4 Hz 有余量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60920" y="1810512"/>
            <a:ext cx="3493008" cy="239572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1901952"/>
            <a:ext cx="41148" cy="22128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1938528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两个设计要点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267712"/>
            <a:ext cx="312724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① 只返回 hub 里最新的一帧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　不新增 V4L2 消费者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② 保持引用 30 秒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　避免每帧停启 ffmpeg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　（cam2 冷启要 9 秒）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26864"/>
            <a:ext cx="10488168" cy="1316736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718304"/>
            <a:ext cx="1005840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为什么不能只是「多开一个流」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两个相机是 V4L2 独占设备 —— 一个 ffmpeg 持有 /dev/video0 时，第二个会拿到 Device or resource busy。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所以 /frame 必须复用同一个 FrameHub 的帧，而不是自己再开一路。这也是当初写 FrameHub 的原因。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960120" cy="50292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结论与下一步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432304"/>
          <a:ext cx="10488168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76088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已验证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未验证 / 做不到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目标跑飞已修复并部署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8514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后 20 回合数据不可用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ACT 在 5090 上训练成功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8514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模型还上不了真机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SmolVLA 能加载（450M）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D299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 π0 缺 config / tokenizer（可补）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训练与推理脚本跑通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8514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没有 held-out 验证集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/frame 接口 0.09 s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8514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动作多样性不足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846320"/>
            <a:ext cx="10488168" cy="1097280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9377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下一步只需要做一件事：让电机散热，然后录 50–100 个物体位置有变化的回合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脚本、环境、接口都已就绪。数据一到位，一条命令就能开训 —— 缺的从来不是工具。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