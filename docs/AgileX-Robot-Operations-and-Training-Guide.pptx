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30 秒回合（GB）</c:v>
                </c:pt>
              </c:strCache>
            </c:strRef>
          </c:tx>
          <c:dPt>
            <c:idx val="0"/>
            <c:spPr>
              <a:solidFill>
                <a:srgbClr val="3FB950"/>
              </a:solidFill>
            </c:spPr>
          </c:dPt>
          <c:dPt>
            <c:idx val="1"/>
            <c:spPr>
              <a:solidFill>
                <a:srgbClr val="3FB950"/>
              </a:solidFill>
            </c:spPr>
          </c:dPt>
          <c:dPt>
            <c:idx val="2"/>
            <c:spPr>
              <a:solidFill>
                <a:srgbClr val="3FB950"/>
              </a:solidFill>
            </c:spPr>
          </c:dPt>
          <c:dPt>
            <c:idx val="3"/>
            <c:spPr>
              <a:solidFill>
                <a:srgbClr val="D29922"/>
              </a:solidFill>
            </c:spPr>
          </c:dPt>
          <c:cat>
            <c:strRef>
              <c:f>Sheet1!$A$2:$A$5</c:f>
              <c:strCache>
                <c:ptCount val="4"/>
                <c:pt idx="0">
                  <c:v>10 回合</c:v>
                </c:pt>
                <c:pt idx="1">
                  <c:v>50 回合</c:v>
                </c:pt>
                <c:pt idx="2">
                  <c:v>100 回合</c:v>
                </c:pt>
                <c:pt idx="3">
                  <c:v>500 回合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</c:v>
                </c:pt>
                <c:pt idx="1">
                  <c:v>2.0</c:v>
                </c:pt>
                <c:pt idx="2">
                  <c:v>4.0</c:v>
                </c:pt>
                <c:pt idx="3">
                  <c:v>20.0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>
                  <a:solidFill>
                    <a:srgbClr val="E6EDF3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13C"/>
            </a:solidFill>
          </a:ln>
        </c:spPr>
        <c:txPr>
          <a:bodyPr/>
          <a:lstStyle/>
          <a:p>
            <a:pPr>
              <a:defRPr sz="800">
                <a:solidFill>
                  <a:srgbClr val="8B949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TickMark val="out"/>
        <c:minorTickMark val="none"/>
        <c:tickLblPos val="nextTo"/>
        <c:spPr>
          <a:ln>
            <a:solidFill>
              <a:srgbClr val="2A313C"/>
            </a:solidFill>
          </a:ln>
        </c:spPr>
        <c:txPr>
          <a:bodyPr/>
          <a:lstStyle/>
          <a:p>
            <a:pPr>
              <a:defRPr sz="800">
                <a:solidFill>
                  <a:srgbClr val="8B949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开篇：这份材料回答三件事——怎么操作这台机器人、怎么采集训练数据、怎么训练模型。所有性能数字都是当天在真机上量出来的，不是抄文档。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硬件清单。重点是那两个'现实'——它们解释了为什么不能简单地 rosbag record 一切。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三种访问方式。VNC 只在对需要看 ROS 图形界面时才有必要，日常操作用前两种。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连接步骤。强调密码登录的由来：cookie 方案在安卓 WebView 上不可靠。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四种驾驶输入。看门狗那一条很关键——提速之后必须同步收紧，否则安全余量完全变了。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机械臂操作。Reset 和 Home 的区别很重要：Reset 不动，Home 会动。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五道防线。右下角那条是真正值得记住的：厂商 SDK 对这型号没有限幅。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这是实测踩到的真实问题，不是理论风险。电机过热会让机械臂停止跟随，而此时如果软件还在累加目标，一旦电机恢复就会猛甩。控制器已经加了护栏，但根本上还是要靠散热。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架构。要点：单一服务、三种外壳、ROS 不出本机。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这是整份材料里最重要的一个技术判断：不能靠 rosbag，因为话题根本不全。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三个方案。B 是推荐，因为观测/状态/动作天然同源，不用做跨通道对齐。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实测数字。存储量级很小，说明可以放心多采。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这一页证明管线是通的：真的录了、真的导出了、parquet 和 mp4 都回读校验过。特别注意「观测 vs 动作」那一行——目标领先实测，这才是能被模仿学习的东西。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示教流程六步。重点是数据一致性——模型学的是风格。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训练可行性。核心信息：ACT 可以做，7B VLA 只能推理。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环境隔离。这是最容易把机器人搞坏的一步，numpy 冲突要讲清楚。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调研结论：ACT 自训是最务实的路线。π0-fast 有 Piper 专用权重但下载量 0，可以看格式不要指望开箱即用。piper-aio 硬件假设不匹配，但代码结构值得读。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按任务难度分三档。核心提醒：不要一上来做移动抓取或双臂协同，里程计是坏的，视觉伺服帧率也受限。定点抓放是最稳的第一课。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四步闭环全部跑通过。选 SmolVLA 是因为它是唯一动作空间对得上的预训练策略。但前提还是第①步要有像样的数据。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四阶段路线。最后一句是诚实的预期管理：迭代以周计。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已知问题。底盘不驱动是最重要的一条，要如实说清楚。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速查页，可以单独打印出来贴在工位。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1874519"/>
            <a:ext cx="2194560" cy="457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956815"/>
            <a:ext cx="1371600" cy="45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2039112"/>
            <a:ext cx="822960" cy="4572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1430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AGILEX 机器人 · 交付说明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240280"/>
            <a:ext cx="107899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操作 · 数据采集 · 模型训练</a:t>
            </a:r>
          </a:p>
          <a:p>
            <a:pPr>
              <a:spcBef>
                <a:spcPts val="200"/>
              </a:spcBef>
              <a:spcAft>
                <a:spcPts val="0"/>
              </a:spcAft>
            </a:pPr>
            <a:r>
              <a:rPr sz="50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完整指南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4069080"/>
            <a:ext cx="96926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AgileX Tracer 底盘 + 双 Piper 六轴机械臂 + 双深度相机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6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从远程遥控，到采集示教数据，再到训练可自主执行的任务模型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623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全部数字均为本机实测 · 2026-10-20 · 机器人在线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系统概览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这台机器人上到底有什么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分成「算力 / 感知 / 执行」三块看，比按零件罗列更清楚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AgileX Tracer + 双 Piper 机械臂  ·  实测数据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74520"/>
            <a:ext cx="41148" cy="1691639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2938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算力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86000"/>
            <a:ext cx="3154680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RTX 4060 · 8 GB 显存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驱动 580.178.04 · 支持 CUDA 13.0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Ubuntu 22.04.5 · 内核 6.8 HWE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ROS 2 Humble · Python 3.10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783080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874520"/>
            <a:ext cx="41148" cy="1691639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35424" y="192938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感知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2286000"/>
            <a:ext cx="3154680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2× Orbbec 深度相机（左右臂各一）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hipnuc IMU（/dev/ttyUSB0）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底盘编码器 · BMS 电池管理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3× gs_usb CAN 适配器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01583" y="1783080"/>
            <a:ext cx="3520440" cy="1874519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01583" y="1874520"/>
            <a:ext cx="41148" cy="1691639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1" y="1929384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执行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1" y="2286000"/>
            <a:ext cx="3154680" cy="12344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Tracer 履带底盘 · 标称 ≤ 2.3 m/s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2× Piper 六轴臂 · 各 6 电机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2× 平行夹爪 · 0–70°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CAN: can0 / can_left / can_right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858768"/>
            <a:ext cx="10488168" cy="120700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986784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两个容易被忽略的现实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① 相机和机械臂都没有 ROS 话题——相机走 V4L2 直读，机械臂走 piper_sdk 直控 CAN。这直接决定了后面的数据采集方案。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② 激光雷达和 RealSense 的驱动都编好了，但硬件并不存在（三重验证：无 USB 设备、无话题、tcpdump 只看到交换机 STP 包）。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5285232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存储：/home 可用 1.6 TB　·　当前系统盘已用 77 GB / 1.8 TB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算力定位：8 GB 显存是「能训练小模型」和「只能推理大模型」的分界线，第 13 页会展开。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远程访问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三种方式，按场景选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都走同一个机器人端服务（0.0.0.0:8765），只是外壳不同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AgileX Tracer + 双 Piper 机械臂  ·  实测数据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10512"/>
            <a:ext cx="3383280" cy="2514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901952"/>
            <a:ext cx="41148" cy="23317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5681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① 安卓 APK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304288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户外首选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615184"/>
            <a:ext cx="2971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单文件安装，自带图标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ntfy 自动发现机器人 IP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触屏摇杆 + 双相机 + 3D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已验证：真机登录成功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9372" y="1810512"/>
            <a:ext cx="3383280" cy="2514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9372" y="1901952"/>
            <a:ext cx="41148" cy="23317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20540" y="195681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② 浏览器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20540" y="2304288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临时/多设备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540" y="2615184"/>
            <a:ext cx="2971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无需安装，开网页即用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http://&lt;机器人IP&gt;:8765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mac / Linux / 平板通吃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键盘 + 手柄操作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71816" y="1810512"/>
            <a:ext cx="3383280" cy="25146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71816" y="1901952"/>
            <a:ext cx="41148" cy="2331720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72984" y="1956816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BC8CFF"/>
                </a:solidFill>
                <a:latin typeface="PingFang SC"/>
                <a:ea typeface="PingFang SC"/>
                <a:cs typeface="PingFang SC"/>
              </a:rPr>
              <a:t>③ VNC 桌面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72984" y="2304288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需要完整桌面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4" y="2615184"/>
            <a:ext cx="2971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看 ROS 图形工具、终端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x11vnc + SSH 隧道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localhost:5900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延迟高于前两种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517136"/>
            <a:ext cx="10488168" cy="1417320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4626864"/>
            <a:ext cx="100584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IP 自动发现：解决「重启后 IP 变了」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机器人开机时和每 5 分钟，把当前 DHCP 地址发到一个 ntfy.sh 主题；客户端读最近一条消息即可。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实测：清空缓存后从零找到机器人 —— 3 秒（走 ntfy），而不是扫完整个 /20 网段。安卓端同样实现了这套发现逻辑。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操作机器人 · 第一步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连上去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一条命令，或者点一下手机上的图标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AgileX Tracer + 双 Piper 机械臂  ·  实测数据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10488168" cy="93268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883664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最省事的方式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5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bin/robot-remote.sh        # 自动解析 IP → 建隧道 → 打开浏览器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07792"/>
            <a:ext cx="5138928" cy="17830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2999232"/>
            <a:ext cx="41148" cy="16002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054096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手机（安卓）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410712"/>
            <a:ext cx="477316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打开已安装的 AgileX Remote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默认自动发现；也可在 SETTINGS 手填 URL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首次要输密码：changeme（可用 AGILEX_PASSWORD 改）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登录后自动记住，下次直连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16168" y="2907792"/>
            <a:ext cx="5138928" cy="17830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16168" y="2999232"/>
            <a:ext cx="41148" cy="16002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7336" y="3054096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电脑（浏览器）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7336" y="3410712"/>
            <a:ext cx="4773168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直接访问 http://&lt;机器人IP&gt;:8765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或经 SSH 隧道 127.0.0.1:8765（免登录）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本机回环地址视为已认证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适合调试和多屏查看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892040"/>
            <a:ext cx="10488168" cy="102412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4992624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密码登录是必要的，不是多此一举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服务监听 0.0.0.0，校园网内任何人都能访问。登录页挡住了随机扫描——之前用 Cookie 方案时，手机因为没先请求首页而一直被拒，所以改成了密码表单。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操作机器人 · 第二步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开底盘：四种输入方式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同一套速度管线，松开即停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AgileX Tracer + 双 Piper 机械臂  ·  实测数据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10512"/>
            <a:ext cx="2542032" cy="162763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2231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键盘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49424"/>
            <a:ext cx="224942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W A S D / 方向键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Shift = 慢速 ×0.4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Space / Esc = 急停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1548" y="1810512"/>
            <a:ext cx="2542032" cy="162763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6140" y="1920240"/>
            <a:ext cx="2231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鼠标 / 触屏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6140" y="2249424"/>
            <a:ext cx="224942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方向圆盘按住走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松手立刻归零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支持触屏长按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16168" y="1810512"/>
            <a:ext cx="2542032" cy="162763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920240"/>
            <a:ext cx="2231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C8CFF"/>
                </a:solidFill>
                <a:latin typeface="PingFang SC"/>
                <a:ea typeface="PingFang SC"/>
                <a:cs typeface="PingFang SC"/>
              </a:rPr>
              <a:t>虚拟摇杆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2249424"/>
            <a:ext cx="224942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模拟量推杆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推得越远越快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自动回中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0788" y="1810512"/>
            <a:ext cx="2542032" cy="1627632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55380" y="1920240"/>
            <a:ext cx="2231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实体手柄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55380" y="2249424"/>
            <a:ext cx="2249424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Gamepad API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左摇杆控制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死区 0.12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39312"/>
            <a:ext cx="10488168" cy="1170432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749039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速度上限已解除到硬件标称值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线速度 0.08 → 2.3 m/s（手册 §1.2 标称），角速度 0.7853 rad/s。界面滑块默认停在 0.5 m/s，需要更快时自己往上推——不会一上手就满速。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956048"/>
            <a:ext cx="10488168" cy="960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047488"/>
            <a:ext cx="41148" cy="77724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5102352"/>
            <a:ext cx="10122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看门狗：它其实是一段刹车距离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5458968"/>
            <a:ext cx="1012240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指令停止后机器人要滑行整个窗口才被命令停下：滑行距离 = 看门狗 × 速度。0.08 m/s 时 700 ms 只有 5.6 cm，但 2.3 m/s 时会是 1.6 米——所以收紧到了 300 ms（满速 0.69 m）。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操作机器人 · 第三步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两只机械臂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每条臂 6 个电机，独立面板，互不干扰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AgileX Tracer + 双 Piper 机械臂  ·  实测数据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5138928" cy="221284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74520"/>
            <a:ext cx="41148" cy="202996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29384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四种控制方式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86000"/>
            <a:ext cx="4773168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① 增量微调：±step（默认 2°/次）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② 绝对目标：输入角度 → Go，不限制步长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③ 摇杆：横向 J1，纵向可选 J2/J3/组合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④ 整臂位姿：六个目标一次下发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16168" y="1783080"/>
            <a:ext cx="5138928" cy="2212848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16168" y="1874520"/>
            <a:ext cx="41148" cy="202996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17336" y="1929384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三个关键按钮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17336" y="2286000"/>
            <a:ext cx="4773168" cy="15727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Reset — 清故障 + 使能 + 把目标对齐实测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　　　　（不产生运动，最安全）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Home ⚠ — 回到启动位姿，会真的动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　　　　（二次确认，10 秒不点自动取消）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114800"/>
            <a:ext cx="10488168" cy="960120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" y="4224528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3D 实时反馈：不用盯着真机猜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内置正运动学模型（参数直接取自 piper_description.urdf），蓝色实线 = 当前实测位姿，琥珀虚线 = 指令目标。手指拖动可旋转视角。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212080"/>
            <a:ext cx="10488168" cy="960120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321808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⚠ 使能前务必清空工作空间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使能一条曾经故障的臂，它会立刻朝目标位姿移动。另外 Disable arm 只是停止接受新指令，电机仍然通电保持位置——手臂不会掉下来。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五道防线，从软件到硬件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每一道都是这一轮实际踩坑后补上的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AgileX Tracer + 双 Piper 机械臂  ·  实测数据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07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810512"/>
          <a:ext cx="1046988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4114800"/>
                <a:gridCol w="475488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防线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机制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实际数值 / 位置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① 硬限幅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服务端钳制，超出直接截断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2.3 m/s · 0.7853 rad/s · 2°/次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② 看门狗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超时未收到指令即置零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300 ms（满速滑行 0.69 m）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③ 急停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Space / Esc / 红色 E-STOP 按钮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同时停底盘和两条臂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④ 故障清除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CAN 0x441 帧，载荷 0x00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启动时自动发，也可手动触发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⑤ 操作习惯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松开即零 · 使能前清场 · 不高负载久转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——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3931920"/>
            <a:ext cx="5138928" cy="2194560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4041648"/>
            <a:ext cx="47091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绝对不要做的事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✗ 调用 ResetPiper()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　 官方说明：立即断电、手臂会直接砸下来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✗ apt autoremove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　 会卸掉正在工作的 NVIDIA 驱动和 dkms 本身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✗ 手动 pip install --upgrade piper_sdk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　 PyPI 版本比机内旧，且不支持 V3 接口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16168" y="3931920"/>
            <a:ext cx="5138928" cy="21945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16168" y="4023360"/>
            <a:ext cx="41148" cy="201168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17336" y="4078224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为什么限幅必须写在控制器里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7336" y="4434840"/>
            <a:ext cx="4773168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ugv_sdk 里 根本没有 Tracer 的速度钳制——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robot_limits.hpp 只定义了另外四种底盘。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更糟的是 V1 解析器把 Tracer 别名到 BunkerLimits，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钳在 3.0 m/s，比 2.3 m/s 的真实上限还高。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所以这道防线只能由我们自己在服务端实现。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硬件养护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电机会过热，这不是小问题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实测踩到的：连续录数据之后，左臂 J5 和右臂 J1 双双报过热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AgileX Tracer + 双 Piper 机械臂  ·  实测数据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10488168" cy="1170432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883664"/>
            <a:ext cx="10058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症状：电机停转，但软件还在累加目标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状态查询显示 left J5 与 right J1 报 motor_overheating + driver_error_status。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此时机械臂停止跟随指令，而控制器仍在累加目标 —— 实测左 J1 目标值冲到 118°，实测只有 11°，相差 107°。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27248"/>
            <a:ext cx="5138928" cy="2606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218688"/>
            <a:ext cx="41148" cy="242316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273552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为什么会过热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630168"/>
            <a:ext cx="4773168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Piper 电机在保位时持续通电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长时间保持同一个姿势不动，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堵转电流一直存在，热量累积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连续录 30 个回合、中间不复位，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是最容易触发的情况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79008" y="3127248"/>
            <a:ext cx="5074920" cy="26060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79008" y="3218688"/>
            <a:ext cx="41148" cy="242316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0176" y="3273552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怎么避免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0176" y="3630168"/>
            <a:ext cx="4709160" cy="196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录数据前让机械臂断电静置散热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每 15–20 回合停一次，别连轴转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不用时 disable，不要使能着停放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看到 fault 就停下，别硬撑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888736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控制器侧已加护栏：故障关节不再累加目标，且目标与实测的差距硬限 15°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软件架构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一个服务，三种客户端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机器人端只跑一个 Python 服务，避免多层转发带来的延迟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AgileX Tracer + 双 Piper 机械臂  ·  实测数据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47088"/>
            <a:ext cx="1691640" cy="56692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975104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安卓 APK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441447" y="1847088"/>
            <a:ext cx="1691640" cy="56692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41447" y="1975104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浏览器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7" y="1847088"/>
            <a:ext cx="1691640" cy="56692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15967" y="1975104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C8CFF"/>
                </a:solidFill>
                <a:latin typeface="PingFang SC"/>
                <a:ea typeface="PingFang SC"/>
                <a:cs typeface="PingFang SC"/>
              </a:rPr>
              <a:t>VNC 桌面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2377440" y="2514600"/>
            <a:ext cx="310896" cy="384048"/>
          </a:xfrm>
          <a:prstGeom prst="downArrow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20" y="2999232"/>
            <a:ext cx="5623560" cy="148132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905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108960"/>
            <a:ext cx="5303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agilex-remote-server.py　（机器人本机）</a:t>
            </a:r>
          </a:p>
          <a:p>
            <a:pPr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HTTP + JSON API　　· MJPEG 推流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底盘：50 Hz 指令线程 + 看门狗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机械臂：50 Hz 控制 + 5 Hz 反馈（分线程）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720840" y="3310128"/>
            <a:ext cx="384048" cy="237744"/>
          </a:xfrm>
          <a:prstGeom prst="rightArrow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6720840" y="3931920"/>
            <a:ext cx="384048" cy="237744"/>
          </a:xfrm>
          <a:prstGeom prst="rightArrow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223760" y="1847088"/>
            <a:ext cx="3703320" cy="822960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88352" y="1938528"/>
            <a:ext cx="34290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tracer_base → can0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ROS 2 话题 /cmd_vel　·　底盘 50 Hz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2807208"/>
            <a:ext cx="3703320" cy="822960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8352" y="2898648"/>
            <a:ext cx="34290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piper_sdk → CAN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can_left / can_right　·　机械臂 1 Mbps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23760" y="3767328"/>
            <a:ext cx="3703320" cy="822960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88352" y="3858768"/>
            <a:ext cx="34290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ffmpeg → V4L2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/dev/video0, /dev/video2　·　相机 28 fps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120640"/>
            <a:ext cx="104241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为什么不让 ROS 走网络？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机器人设了 ROS_LOCALHOST_ONLY=1，DDS 根本不出本机——所以 RViz 无法从 Mac 直接连。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这也是为什么服务必须跑在机器人上，而不是把话题转发出去。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数据采集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先说一个容易踩的坑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直接 rosbag record -a 会得到一个「没有图像、没有关节」的包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AgileX Tracer + 双 Piper 机械臂  ·  实测数据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5138928" cy="2103120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892807"/>
            <a:ext cx="4709160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ROS 图上实际只有这些话题</a:t>
            </a:r>
          </a:p>
          <a:p>
            <a:pPr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/cmd_vel　/odom　/tf</a:t>
            </a:r>
          </a:p>
          <a:p>
            <a:pPr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/tracer_status　/tracer_rc_status　/light_control</a:t>
            </a:r>
          </a:p>
          <a:p>
            <a:pPr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sz="1150" b="0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全部是底盘相关。没有 /camera/*，也没有 /joint_states。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16168" y="1783080"/>
            <a:ext cx="5138928" cy="2103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16168" y="1874520"/>
            <a:ext cx="41148" cy="192024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17336" y="1929384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原因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17336" y="2286000"/>
            <a:ext cx="477316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相机：两个 Orbbec 没有 ROS 驱动，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　　　控制器直接用 V4L2 + ffmpeg 抓流。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机械臂：走 piper_sdk 直控 CAN，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　　　　从来就没经过 ROS 话题。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41648"/>
            <a:ext cx="10488168" cy="1188720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4352544"/>
            <a:ext cx="1005840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训练一个模仿学习模型需要什么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三样东西必须严格对齐：观测（图像）、状态（关节角/位姿）、动作（人给的指令/速度）。少一样都不行，而这三样现在分散在三个不同的通道里。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376672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好消息：控制器本来就把这三样握在同一个进程里——它同时持有 JPEG 帧、关节读数和速度指令。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所以最自然的采集点，就是在服务端加一个「回合录制器」，而不是绕去 ROS。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数据采集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三条路，第三条已经落地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按「能拿到多少有用数据」排序；B 方案已实现并验证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AgileX Tracer + 双 Piper 机械臂  ·  实测数据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11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810512"/>
          <a:ext cx="10469880" cy="1682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2697480"/>
                <a:gridCol w="2423160"/>
                <a:gridCol w="1417320"/>
                <a:gridCol w="169164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方案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能拿到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拿不到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工作量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结论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 · 只用 rosbag2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底盘位姿、速度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图像、关节角、动作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几乎为零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514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不够用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 · 服务端回合录制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图像+关节+动作+速度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无（自带全部通道）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小，约 2 天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推荐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 · 补 ROS 驱动再录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理论上最完整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需要装 orbbec_camera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大，且有风险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299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 暂不必要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3621024"/>
            <a:ext cx="10488168" cy="2231136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3730752"/>
            <a:ext cx="100126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方案 B 已经实现并验证通过  ✓</a:t>
            </a:r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服务端新增 /api/record/start · /stop · /status，一条命令开始一个回合</a:t>
            </a:r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一个回合 = 一个目录：meta.json + cam0/ cam2/ 图像 + timeline.csv</a:t>
            </a:r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timeline 同时记录「实测状态」和「下发的目标」——后者才是训练要的 action</a:t>
            </a:r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相机由共享 FrameHub 供给：录制时实时画面照常，实测两路都是 12 fps</a:t>
            </a:r>
          </a:p>
          <a:p>
            <a:pPr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已能一键导出 LeRobot v2.1 格式（parquet + mp4 + meta），4 回合 / 385 帧校验通过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5925312"/>
            <a:ext cx="10488168" cy="91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6016752"/>
            <a:ext cx="41148" cy="-182789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8096" y="6071616"/>
            <a:ext cx="10122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6428232"/>
            <a:ext cx="10122408" cy="-63998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数据采集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实测性能与存储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以下全部是 2026-10-20 在真机上量出来的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AgileX Tracer + 双 Piper 机械臂  ·  实测数据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12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810512"/>
          <a:ext cx="1046988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6120"/>
                <a:gridCol w="2788920"/>
                <a:gridCol w="4434840"/>
              </a:tblGrid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指标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实测值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说明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相机分辨率 / 帧率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1280×720 @ 28 fps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MJPEG，单路 V4L2 直读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单帧体积（JPEG q3）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 87 KB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1280×720，10 fps 抽帧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双相机数据速率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 6 GB / 小时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两路各 3 GB/小时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100 回合 × 30 秒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 4 GB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完全可接受（有 1.6 TB）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机械臂指令线程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49.7 Hz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服务端实测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机械臂反馈线程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5.0 Hz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独立线程，不阻塞控制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底盘状态话题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49.989 Hz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/tracer_status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903720" y="4828032"/>
          <a:ext cx="4160520" cy="1417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66928" y="4956048"/>
            <a:ext cx="6035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结论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存储完全不是瓶颈——即使 500 个回合也只有 20 GB。</a:t>
            </a:r>
          </a:p>
          <a:p>
            <a:pPr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真正稀缺的是「高质量示教」本身，所以采集工具要让人顺手、可以快速重来。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数据管线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已经跑通了：从示教到可训练的策略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下面每一步都是在本机执行并验证过的，不是设计稿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AgileX Tracer + 双 Piper 机械臂  ·  实测数据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10512"/>
            <a:ext cx="2670048" cy="20116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1920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① 录制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286000"/>
            <a:ext cx="239572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POST /api/record/start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→ /api/record/stop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一个回合一个目录：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meta.json + cam0/ + cam2/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+ timeline.csv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300984" y="2633472"/>
            <a:ext cx="256032" cy="237744"/>
          </a:xfrm>
          <a:prstGeom prst="rightArrow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84448" y="1810512"/>
            <a:ext cx="2670048" cy="20116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7328" y="1920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② 导出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286000"/>
            <a:ext cx="239572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export-lerobot.py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→ parquet + mp4 + meta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LeRobot v2.1 目录结构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observation.state 14 维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action 14 维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318504" y="2633472"/>
            <a:ext cx="256032" cy="237744"/>
          </a:xfrm>
          <a:prstGeom prst="rightArrow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01968" y="1810512"/>
            <a:ext cx="2670048" cy="20116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8" y="192024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③ 训练 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2286000"/>
            <a:ext cx="2395728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PyTorch + LeRobot 0.4.4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CUDA 可用（RTX 4060）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基线已跑通，ACT 就绪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0.09 M 参数 / 3000 步</a:t>
            </a: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过拟合门槛 通过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66928" y="4041648"/>
          <a:ext cx="10424159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498079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验证项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结果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双相机图像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每回合完整两路，编号连续无洞（矩形数据集）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观测 vs 动作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J1 实测 8.27→14.22°，目标 8.27→14.27°，目标领先最大 1.05°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LeRobot 导出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 回合 / 643 帧 / 7 个任务，parquet 与 mp4 回读校验通过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基线训练（GPU）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视觉+关节 → 14 维动作，训练 MSE 0.0089（0.11°），验证 0.046（0.64°）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过拟合门槛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通过 —— 数据管线本身没有问题，可以上 ACT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66928" y="6108192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数据：agilex-data/lerobot/agilex_dual_arm　·　工具：export-lerobot.py · bc-baseline.py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数据采集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一次示教是怎么变成一份数据的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人在环路里操作，系统只负责忠实记录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AgileX Tracer + 双 Piper 机械臂  ·  实测数据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10512"/>
            <a:ext cx="5129784" cy="1005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49808" y="2066544"/>
            <a:ext cx="420624" cy="420624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112264"/>
            <a:ext cx="4206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1116"/>
                </a:solidFill>
                <a:latin typeface="Helvetica Neue"/>
                <a:ea typeface="PingFang SC"/>
                <a:cs typeface="PingFang S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97510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布置场景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2286000"/>
            <a:ext cx="42245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物体位置每回合随机化，避免模型记住固定坐标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980944"/>
            <a:ext cx="5129784" cy="1005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49808" y="3236976"/>
            <a:ext cx="420624" cy="420624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282696"/>
            <a:ext cx="4206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1116"/>
                </a:solidFill>
                <a:latin typeface="Helvetica Neue"/>
                <a:ea typeface="PingFang SC"/>
                <a:cs typeface="PingFang SC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6736" y="314553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开始录制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3456432"/>
            <a:ext cx="42245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按录制键，系统同时抓图像 + 关节 + 速度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151376"/>
            <a:ext cx="5129784" cy="1005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49808" y="4407408"/>
            <a:ext cx="420624" cy="420624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453128"/>
            <a:ext cx="4206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1116"/>
                </a:solidFill>
                <a:latin typeface="Helvetica Neue"/>
                <a:ea typeface="PingFang SC"/>
                <a:cs typeface="PingFang SC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43159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遥控完成任务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6736" y="4626864"/>
            <a:ext cx="42245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用摇杆/键盘操作，速度自然、动作连贯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25312" y="1810512"/>
            <a:ext cx="5129784" cy="1005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108192" y="2066544"/>
            <a:ext cx="420624" cy="420624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08192" y="2112264"/>
            <a:ext cx="4206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1116"/>
                </a:solidFill>
                <a:latin typeface="Helvetica Neue"/>
                <a:ea typeface="PingFang SC"/>
                <a:cs typeface="PingFang SC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1975104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标记成败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2286000"/>
            <a:ext cx="42245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成功 / 失败 / 丢弃，失败的也要留（可做负样本）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25312" y="2980944"/>
            <a:ext cx="5129784" cy="1005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08192" y="3236976"/>
            <a:ext cx="420624" cy="420624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08192" y="3282696"/>
            <a:ext cx="4206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1116"/>
                </a:solidFill>
                <a:latin typeface="Helvetica Neue"/>
                <a:ea typeface="PingFang SC"/>
                <a:cs typeface="PingFang SC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314553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复位场景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3456432"/>
            <a:ext cx="42245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一键 Home 让机械臂回位，进入下一回合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25312" y="4151376"/>
            <a:ext cx="5129784" cy="1005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108192" y="4407408"/>
            <a:ext cx="420624" cy="420624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08192" y="4453128"/>
            <a:ext cx="42062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0E1116"/>
                </a:solidFill>
                <a:latin typeface="Helvetica Neue"/>
                <a:ea typeface="PingFang SC"/>
                <a:cs typeface="PingFang SC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315968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批量导出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626864"/>
            <a:ext cx="422452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转换成训练格式，切分 train / val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66928" y="5413248"/>
            <a:ext cx="10488168" cy="786384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86384" y="5504688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什么算一条好示教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速度均匀、路径干净、不在中途犹豫；同一任务的动作风格要尽量一致——模型学的是你的习惯，不一致的数据只会互相打架。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模型训练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8 GB 显存能干什么、不能干什么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这是整份材料里最容易产生不切实际预期的地方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AgileX Tracer + 双 Piper 机械臂  ·  实测数据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15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783080"/>
          <a:ext cx="10488168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1691640"/>
                <a:gridCol w="2606040"/>
                <a:gridCol w="1508760"/>
                <a:gridCol w="1709928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方法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参数量级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 GB 能否训练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能否推理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适用场景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行为克隆 / MLP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&lt; 1 M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轻松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第一个 baseline，验证管线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ACT（Action Chunking）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 80 M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可以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双臂精细操作，首选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Diffusion Policy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 100–300 M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299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 勉强（需小 batch + 降分辨率）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多模态动作分布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VLA 大模型（OpenVLA/π0）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 B 级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514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从零训练不可行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299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 LoRA 勉强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语言条件泛化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3858768"/>
            <a:ext cx="5138928" cy="129844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959352"/>
            <a:ext cx="470916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推荐：ACT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它是 ALOHA 项目的主力方法，专为双臂遥操作设计，单卡可训练，几十条示教就能出效果——和这台机器人的形态几乎完全对应。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16168" y="3858768"/>
            <a:ext cx="5138928" cy="129844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5624" y="3959352"/>
            <a:ext cx="4709160" cy="11338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不要承诺的事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7B 级 VLA 在 8 GB 上不可能从零训练。就算 LoRA 微调，显存也极其紧张。用它做推理可行，做训练不现实。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321808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数据规模的现实预期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简单抓取放置：约 50 条示教可以看到初步成功；100–200 条开始稳定。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再往上，收益主要来自「场景多样性」而不是「数量堆叠」——同一场景录 1000 次，不如 100 个场景各录 10 次。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模型训练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装环境：千万别动系统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这是最容易把机器人搞坏的一步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AgileX Tracer + 双 Piper 机械臂  ·  实测数据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10488168" cy="102412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1892807"/>
            <a:ext cx="996696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冲突点：numpy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ROS 2 Humble 依赖 numpy 1.21.5（系统已装）；而 PyTorch、LeRobot 这些要的是 numpy 1.26+/2.x。直接 pip install 到系统 Python，ROS 很可能当场罢工。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62656"/>
            <a:ext cx="5138928" cy="2084831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054096"/>
            <a:ext cx="41148" cy="1901951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108960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✓ 正确做法：隔离环境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3465576"/>
            <a:ext cx="4773168" cy="1444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用 venv / conda 建独立环境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训练依赖只装在里面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ROS 始终用系统 Python 3.10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需要交互时通过文件或 socket 边界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机器人上目前没有 uv / conda / virtualenv，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只有系统 pip3 22.0.2 —— 需要先装一个。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16168" y="2962656"/>
            <a:ext cx="5138928" cy="2084831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16168" y="3054096"/>
            <a:ext cx="41148" cy="1901951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17336" y="3108960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✗ 错误做法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17336" y="3465576"/>
            <a:ext cx="4773168" cy="14447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sudo pip3 install torch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后果：numpy 被升级，ROS 的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cv_bridge / tf2 / rclpy C 扩展可能直接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报 ABI 不兼容，底盘和机械臂一起下线。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恢复成本远高于一开始就隔离。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230368"/>
            <a:ext cx="10488168" cy="93268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6384" y="5340096"/>
            <a:ext cx="1005840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训练在哪台机器上做？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机器人自带 RTX 4060，可以本地训练；但也可以把数据拷回 Mac/工作站训练，机器人只负责采集。后者更安全——采集和控制对时序敏感，训练会抢 CPU。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开源模型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有没有现成能用的？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查过之后：有针对 Piper 的预训练权重，但都不能开箱即用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AgileX Tracer + 双 Piper 机械臂  ·  实测数据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17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810512"/>
          <a:ext cx="1048816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331720"/>
                <a:gridCol w="5321808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路线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现在能做吗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说明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ACT（LeRobot 自训）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最推荐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数据管线已通，8 GB 够训，与双臂形态天然匹配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π0-fast 微调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299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 有权重，训不动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找到 Piper 专用权重；推理可行，8 GB 微调极勉强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piper-aio 整套栈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514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硬件不匹配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要求 4 臂 + 3 个 RealSense + ROS Noetic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OpenVLA / π0 原版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F85149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✗ 只能推理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7B 级，从零训练不可能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3895344"/>
            <a:ext cx="5138928" cy="1874519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4005072"/>
            <a:ext cx="47091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找到的预训练权重</a:t>
            </a:r>
          </a:p>
          <a:p>
            <a:pPr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HuggingFace 上有两个 Piper 专用的 π0-fast：</a:t>
            </a:r>
          </a:p>
          <a:p>
            <a:pPr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pi0-fast-piper-h-plate-pick-ft-v2（盘子抓取）</a:t>
            </a:r>
          </a:p>
          <a:p>
            <a:pPr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piper-pi0fast-multistage（多阶段课程）</a:t>
            </a:r>
          </a:p>
          <a:p>
            <a:pPr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均为 Apache-2.0，标签含 piper / agilex。</a:t>
            </a:r>
          </a:p>
          <a:p>
            <a:pPr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但下载量与 likes 都是 0 —— 个人实验权重，</a:t>
            </a:r>
          </a:p>
          <a:p>
            <a:pPr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参考价值大于直接投产价值。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16168" y="3895344"/>
            <a:ext cx="5138928" cy="1874519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35624" y="4005072"/>
            <a:ext cx="470916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piper-aio 值得读，但别照搬</a:t>
            </a:r>
          </a:p>
          <a:p>
            <a:pPr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AgileX Piper 的完整模仿学习栈，含遥操作采集、</a:t>
            </a:r>
          </a:p>
          <a:p>
            <a:pPr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回放、LeRobot 转换、策略推理。</a:t>
            </a:r>
          </a:p>
          <a:p>
            <a:pPr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它的 convert_data/ 与 inference/ 两部分与硬件</a:t>
            </a:r>
          </a:p>
          <a:p>
            <a:pPr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配置关系不大，是我们导出格式和推理客户端的</a:t>
            </a:r>
          </a:p>
          <a:p>
            <a:pPr>
              <a:lnSpc>
                <a:spcPct val="112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好参照；但四条臂的假设不能照搬。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5907024"/>
            <a:ext cx="10424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github.com/innovator-zero/piper-aio　·　验证方式：HuggingFace API（经 hf-mirror.com）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任务选择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这台机器人现在能干什么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按「现在就能做 / 有条件 / 做不了」分，不要越级挑战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AgileX Tracer + 双 Piper 机械臂  ·  实测数据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3401568" cy="27889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74520"/>
            <a:ext cx="41148" cy="260604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29384"/>
            <a:ext cx="3035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✓ 现在就能做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86000"/>
            <a:ext cx="3035808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定点抓取放置　50–100 条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按钮/开关按压　30–50 条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倒水/倒颗粒　　80–150 条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抽屉开合　　　60–100 条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双臂协同搬运　150+ 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1783080"/>
            <a:ext cx="3401568" cy="27889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1874520"/>
            <a:ext cx="41148" cy="260604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15968" y="1929384"/>
            <a:ext cx="3035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⚠ 有条件可做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2286000"/>
            <a:ext cx="3035808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移动抓取：底盘能动，但 /odom 恒为 0，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　　　　　位置反馈只能靠视觉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视觉伺服：隧道只有 11–12 fps，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　　　　　机上直读可到 28 fps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深度抓取：相机有深度头，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　　　　　但链路目前只取彩色流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1783080"/>
            <a:ext cx="3383280" cy="27889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680960" y="1874520"/>
            <a:ext cx="41148" cy="260604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2128" y="1929384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✗ 现在做不了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82128" y="2286000"/>
            <a:ext cx="301752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导航 / SLAM / 建图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　无激光雷达（驱动在、硬件无）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　且无有效里程计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语音指令控制　无麦克风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室外巡检　　　无 GPS</a:t>
            </a:r>
          </a:p>
          <a:p>
            <a:pPr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　　　　　　　底盘定位缺失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754880"/>
            <a:ext cx="10488168" cy="1417320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4864608"/>
            <a:ext cx="10058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建议从「定点抓取放置」开始，四个理由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① 动作可分解成接近→夹取→抬起→放置，便于分段分析　② 成功判据明确，好标注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③ 对视觉要求最低，光照/背景变化影响小　④ 是 ACT 的标准 benchmark，社区案例最多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完整流程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录 → 转 → 训 → 跑，四步闭环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每一步都已落地并用真机验证过，脚本在仓库 tools/ 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AgileX Tracer + 双 Piper 机械臂  ·  实测数据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28800"/>
            <a:ext cx="2542032" cy="157276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938528"/>
            <a:ext cx="22494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①  录数据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395728"/>
            <a:ext cx="224942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遥控器手动示教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每回合物体位置要变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光照与相机固定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50–100 回合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9544" y="1828800"/>
            <a:ext cx="2542032" cy="157276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55848" y="1938528"/>
            <a:ext cx="22494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②  转格式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55848" y="2395728"/>
            <a:ext cx="224942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to-lerobot-v30.py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v2.1 → v3.0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LeRobot 只认 v3.0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校验 14 维特征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828800"/>
            <a:ext cx="2542032" cy="157276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98464" y="1938528"/>
            <a:ext cx="22494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③  训模型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98464" y="2395728"/>
            <a:ext cx="224942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train-smolvla.sh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SmolVLA 450M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5090 上约 30 分钟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冻结视觉编码器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94776" y="1828800"/>
            <a:ext cx="2542032" cy="157276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BC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1938528"/>
            <a:ext cx="2249424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BC8CFF"/>
                </a:solidFill>
                <a:latin typeface="PingFang SC"/>
                <a:ea typeface="PingFang SC"/>
                <a:cs typeface="PingFang SC"/>
              </a:rPr>
              <a:t>④  真机推理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395728"/>
            <a:ext cx="2249424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run-smolvla.py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跑在机器人上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五道安全防线</a:t>
            </a:r>
          </a:p>
          <a:p>
            <a:pPr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退出自动急停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3675887"/>
            <a:ext cx="10488168" cy="1115568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776472"/>
            <a:ext cx="1005840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为什么选 SmolVLA 而不是 ACT 或 π0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ACT 从零学，只有 51M 参数，吃不到任何先验；SmolVLA 从 SmolVLM2-500M 视觉语言主干起步，450M 参数，只占 0.93 GB 显存。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π0 与 OpenVLA 都用不了：LeRobot 的 π0 需要魔改的 transformers fork，PaliGemma tokenizer 被 gated，而且所有预训练权重都是单臂 7 维，左臂没有任何信息通路。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落地路线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从今天到能自主执行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分成四个阶段，每阶段都有可验证的产出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AgileX Tracer + 双 Piper 机械臂  ·  实测数据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10512"/>
            <a:ext cx="2487168" cy="30175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901952"/>
            <a:ext cx="2487168" cy="411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01168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阶段一 ✓ 已完成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6771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打通采集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51760"/>
            <a:ext cx="221284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回合录制器已上线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观测/动作时间对齐已验证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LeRobot 导出已跑通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0740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产出：可训练数据集 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18688" y="1810512"/>
            <a:ext cx="2487168" cy="30175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18688" y="1901952"/>
            <a:ext cx="2487168" cy="41148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201168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阶段二 ✓ 已完成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26771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跑通基线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2651760"/>
            <a:ext cx="221284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隔离 venv + PyTorch (CUDA)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LeRobot 0.4.4 装好，ACT 可用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行为克隆基线过拟合门槛通过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40740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产出：管线闭环证据 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70448" y="1810512"/>
            <a:ext cx="2487168" cy="30175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870448" y="1901952"/>
            <a:ext cx="2487168" cy="41148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201168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阶段三 环境已就绪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226771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正式训练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651760"/>
            <a:ext cx="221284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SmolVLA 450M，非从零学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train-smolvla.sh 已验证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采 50–100 条即可开训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440740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产出：可用的策略模型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22208" y="1810512"/>
            <a:ext cx="2487168" cy="30175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22208" y="1901952"/>
            <a:ext cx="2487168" cy="41148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2011680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阶段四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267712"/>
            <a:ext cx="21945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BC8CFF"/>
                </a:solidFill>
                <a:latin typeface="PingFang SC"/>
                <a:ea typeface="PingFang SC"/>
                <a:cs typeface="PingFang SC"/>
              </a:rPr>
              <a:t>上机验证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651760"/>
            <a:ext cx="2212848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run-smolvla.py 已就绪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限速 + 五道安全防线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记录失败案例回流数据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407408"/>
            <a:ext cx="221284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C8CFF"/>
                </a:solidFill>
                <a:latin typeface="PingFang SC"/>
                <a:ea typeface="PingFang SC"/>
                <a:cs typeface="PingFang SC"/>
              </a:rPr>
              <a:t>产出：真实任务成功率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047488"/>
            <a:ext cx="10488168" cy="1078992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D299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" y="5157216"/>
            <a:ext cx="100584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时间预期的诚实版本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采集器、导出器、隔离环境与基线都已完成（不再占工期）。剩下的是「采数据—训 ACT—上机验证」的迭代，通常以周计，不是以天计。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现状与限制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已知问题，别被它们坑到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这一轮实际遇到并记录下来的，含一处自我更正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AgileX Tracer + 双 Piper 机械臂  ·  实测数据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21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810512"/>
          <a:ext cx="10488166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3977639"/>
                <a:gridCol w="3904487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问题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现象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现状 / 应对</a:t>
                      </a:r>
                    </a:p>
                  </a:txBody>
                  <a:tcPr marL="91440" marR="54864" marT="27432" marB="27432" anchor="ctr">
                    <a:solidFill>
                      <a:srgbClr val="1C222B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里程计不更新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/odom 与 odom_x/y 恒为 0，但底盘确实会动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D299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⚠ 用相机画面差分判断位移，别信里程计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电机 1 通讯故障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error_code=4，锁存后忽略指令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已自动发 0x441 清除帧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电池电压放大 10 倍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报 275 V，实际 27.5 V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服务端已修正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CAN 长时间后掉线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重启后接口变回 can0/1/2 且 DOWN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systemd 启动前自动拉起</a:t>
                      </a:r>
                    </a:p>
                  </a:txBody>
                  <a:tcPr marL="91440" marR="54864" marT="27432" marB="27432" anchor="ctr">
                    <a:solidFill>
                      <a:srgbClr val="0E1116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相机无 ROS 驱动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只能 V4L2 直读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✓ 控制器已直接处理</a:t>
                      </a:r>
                    </a:p>
                  </a:txBody>
                  <a:tcPr marL="91440" marR="54864" marT="27432" marB="27432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566928" y="4261104"/>
            <a:ext cx="10488168" cy="1078992"/>
          </a:xfrm>
          <a:prstGeom prst="roundRect">
            <a:avLst>
              <a:gd name="adj" fmla="val 6000"/>
            </a:avLst>
          </a:prstGeom>
          <a:solidFill>
            <a:srgbClr val="1C222B"/>
          </a:solidFill>
          <a:ln w="12700">
            <a:solidFill>
              <a:srgbClr val="F8514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4352544"/>
            <a:ext cx="10058400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更正：底盘是会动的，坏掉的是里程计</a:t>
            </a:r>
          </a:p>
          <a:p>
            <a:pPr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之前判断「底盘不动」是错的——电机电流与 rpm 都读 0，那是遥测本身不发布，不是没在动。用相机画面差分验证：静止时帧差 2.6，驱动 2 秒后帧差 45，画面明显位移，底盘确实走了。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486400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这条对数据采集的直接影响：</a:t>
            </a: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影响有限：机械臂任务不受影响；需要底盘位移的任务，位置反馈只能靠视觉，不能靠 /odom。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速查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一页清单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下次要用的时候，看这一页就够了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AgileX Tracer + 双 Piper 机械臂  ·  实测数据 2026-10-20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810512"/>
            <a:ext cx="5129784" cy="1956816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195681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连接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322576"/>
            <a:ext cx="470916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bin/robot-remote.sh 一键连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手机：AgileX Remote → 密码 changeme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浏览器：http://&lt;IP&gt;:8765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VNC：localhost:5900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931920"/>
            <a:ext cx="5129784" cy="1956816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407822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驾驶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4443984"/>
            <a:ext cx="470916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WASD / 方向键，Shift 慢速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Space / Esc = 急停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速度滑块默认 0.5，上限 2.3 m/s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松开任何输入 = 立即归零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25312" y="1810512"/>
            <a:ext cx="5129784" cy="1956816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44768" y="1956816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机械臂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44768" y="2322576"/>
            <a:ext cx="470916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使能前清空工作空间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Reset = 不动；Home = 会动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绝对目标不受 2° 步长限制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看 3D 视图确认再动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25312" y="3931920"/>
            <a:ext cx="5129784" cy="1956816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4078224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排障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4443984"/>
            <a:ext cx="470916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臂不见了 → 检查 CAN 是否 UP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底盘不动 → 先清故障 0x441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相机黑屏 → 点 Reconnect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IP 变了 → 等 3 秒自动发现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016752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服务端：systemctl status agilex-remote　·　日志：journalctl -u agilex-remote -f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2103120"/>
            <a:ext cx="1463040" cy="54864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2395728"/>
            <a:ext cx="106070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现在就能开始的三件事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310128"/>
            <a:ext cx="1024128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1.　打开手机 App，连上机器人，先手动操作几分钟熟悉手感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2.　在控制器里加回合录制器，录 5 条试跑，验证数据能回放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400"/>
              </a:spcAft>
            </a:pPr>
            <a:r>
              <a:rPr sz="15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3.　建隔离 Python 环境，先训一个行为克隆基线，确认管线闭环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541324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FB950"/>
                </a:solidFill>
                <a:latin typeface="Helvetica Neue"/>
                <a:ea typeface="PingFang SC"/>
                <a:cs typeface="PingFang SC"/>
              </a:rPr>
              <a:t>代码与文档：github.com/&lt;your-user&gt;/agilex-remote</a:t>
            </a:r>
          </a:p>
          <a:p>
            <a:pPr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服务端 / 网页 UI / 安卓 APK 源码 / 五个踩坑记录都在里面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